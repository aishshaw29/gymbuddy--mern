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01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41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169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2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56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0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09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3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6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17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390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885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041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723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835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740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99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E4856C9-1C7E-4142-B158-1E2650B0F2D5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B0C378C-AF4D-4AFA-B656-2DEC22BFD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6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28F4-C542-3708-7353-3D101C559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129" y="752169"/>
            <a:ext cx="7935504" cy="958099"/>
          </a:xfrm>
        </p:spPr>
        <p:txBody>
          <a:bodyPr/>
          <a:lstStyle/>
          <a:p>
            <a:r>
              <a:rPr lang="en-IN" sz="4000" b="1" dirty="0">
                <a:latin typeface="Algerian" panose="04020705040A02060702" pitchFamily="82" charset="0"/>
                <a:cs typeface="Arial" panose="020B0604020202020204" pitchFamily="34" charset="0"/>
              </a:rPr>
              <a:t>Project On “ Workout Meter”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020C9-95CC-A3E0-EFE7-918E837F5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142" y="1985018"/>
            <a:ext cx="10683083" cy="4120813"/>
          </a:xfrm>
        </p:spPr>
        <p:txBody>
          <a:bodyPr>
            <a:normAutofit/>
          </a:bodyPr>
          <a:lstStyle/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Guide by :-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Deviba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institute of computer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application,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sabargam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						  Submitted By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					   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Singh Shivam Niranjan</a:t>
            </a:r>
            <a:endParaRPr lang="en-IN" sz="1400" b="1" dirty="0"/>
          </a:p>
          <a:p>
            <a:r>
              <a:rPr lang="en-IN" dirty="0"/>
              <a:t>                                                                                          				 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Shaw Aish Bijay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						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Exam_No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:-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6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4FB1-D5D8-955D-3462-4C576B46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00F75-4479-418C-B05C-05300A45C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318364"/>
            <a:ext cx="8761412" cy="4161094"/>
          </a:xfrm>
        </p:spPr>
        <p:txBody>
          <a:bodyPr/>
          <a:lstStyle/>
          <a:p>
            <a:pPr>
              <a:buAutoNum type="arabicPeriod"/>
            </a:pPr>
            <a:r>
              <a:rPr lang="en-US" b="1" dirty="0"/>
              <a:t>Introduction of Proposed System </a:t>
            </a:r>
          </a:p>
          <a:p>
            <a:pPr>
              <a:buFont typeface="Wingdings 3" charset="2"/>
              <a:buAutoNum type="arabicPeriod"/>
            </a:pPr>
            <a:r>
              <a:rPr lang="en-US" b="1" dirty="0"/>
              <a:t>Scope of Proposed System</a:t>
            </a:r>
            <a:endParaRPr lang="en-IN" dirty="0"/>
          </a:p>
          <a:p>
            <a:pPr>
              <a:buFont typeface="Wingdings 3" charset="2"/>
              <a:buAutoNum type="arabicPeriod"/>
            </a:pPr>
            <a:r>
              <a:rPr lang="en-US" b="1" dirty="0"/>
              <a:t>Objective of Proposed System</a:t>
            </a:r>
            <a:endParaRPr lang="en-IN" dirty="0"/>
          </a:p>
          <a:p>
            <a:pPr>
              <a:buAutoNum type="arabicPeriod"/>
            </a:pPr>
            <a:r>
              <a:rPr lang="en-US" b="1" dirty="0"/>
              <a:t>Task dependency Diagram</a:t>
            </a:r>
          </a:p>
          <a:p>
            <a:pPr>
              <a:buFont typeface="Wingdings 3" charset="2"/>
              <a:buAutoNum type="arabicPeriod"/>
            </a:pPr>
            <a:r>
              <a:rPr lang="en-US" b="1" dirty="0"/>
              <a:t>DFD/UML</a:t>
            </a:r>
            <a:endParaRPr lang="en-IN" dirty="0"/>
          </a:p>
          <a:p>
            <a:pPr>
              <a:buAutoNum type="arabicPeriod"/>
            </a:pPr>
            <a:r>
              <a:rPr lang="en-US" b="1" dirty="0"/>
              <a:t>Step by Step Screen layouts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599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2EBF-B9B7-A88C-05C3-F64FDED0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of Proposed System </a:t>
            </a:r>
            <a:br>
              <a:rPr lang="en-US" b="1" dirty="0"/>
            </a:b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F61964-B543-EC2D-1430-9F0BC1FC9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6736" y="2406457"/>
            <a:ext cx="726564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Workout Meter is a web-based fitness management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Users can track their daily workouts and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The system includes User, Admin, and Seller roles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Provides product browsing, cart, and order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Replaces manual tracking with a digital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Ensures secure login and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413971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589E7-6A45-B42B-20A8-EB8A986C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>
                <a:latin typeface="Aptos" panose="020B0004020202020204" pitchFamily="34" charset="0"/>
              </a:rPr>
              <a:t>Scope of 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D75102-59A1-106E-6285-DE73AEBD5B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53045" y="2290159"/>
            <a:ext cx="530145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Suitable for individual fitness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Useful for both beginners and gym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Supports online fitness product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Multi-user platform (User/Admin/Seller)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Future enhancements may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Diet plans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AI-based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Mobile application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45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4024B-5000-F269-7253-C8D0AAF4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578" y="1101488"/>
            <a:ext cx="8761413" cy="706964"/>
          </a:xfrm>
        </p:spPr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Objective of Proposed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F1B7-74E4-5148-8C8F-E50B6876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445" y="2574004"/>
            <a:ext cx="8761412" cy="3416300"/>
          </a:xfrm>
        </p:spPr>
        <p:txBody>
          <a:bodyPr/>
          <a:lstStyle/>
          <a:p>
            <a:r>
              <a:rPr lang="en-US" sz="2000" dirty="0">
                <a:latin typeface="Aptos" panose="020B0004020202020204" pitchFamily="34" charset="0"/>
              </a:rPr>
              <a:t>To make fitness tracking simple and efficient</a:t>
            </a:r>
          </a:p>
          <a:p>
            <a:r>
              <a:rPr lang="en-US" sz="2000" dirty="0">
                <a:latin typeface="Aptos" panose="020B0004020202020204" pitchFamily="34" charset="0"/>
              </a:rPr>
              <a:t>To help users monitor their progress</a:t>
            </a:r>
          </a:p>
          <a:p>
            <a:r>
              <a:rPr lang="en-US" sz="2000" dirty="0">
                <a:latin typeface="Aptos" panose="020B0004020202020204" pitchFamily="34" charset="0"/>
              </a:rPr>
              <a:t>To reduce manual work and errors</a:t>
            </a:r>
          </a:p>
          <a:p>
            <a:r>
              <a:rPr lang="en-US" sz="2000" dirty="0">
                <a:latin typeface="Aptos" panose="020B0004020202020204" pitchFamily="34" charset="0"/>
              </a:rPr>
              <a:t>To provide an online platform for fitness products</a:t>
            </a:r>
          </a:p>
          <a:p>
            <a:r>
              <a:rPr lang="en-US" sz="2000" dirty="0">
                <a:latin typeface="Aptos" panose="020B0004020202020204" pitchFamily="34" charset="0"/>
              </a:rPr>
              <a:t>To develop a secure and reliable system</a:t>
            </a:r>
          </a:p>
          <a:p>
            <a:r>
              <a:rPr lang="en-US" sz="2000" dirty="0">
                <a:latin typeface="Aptos" panose="020B0004020202020204" pitchFamily="34" charset="0"/>
              </a:rPr>
              <a:t>To ensure a user-friendly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93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ADA5-6D9D-91A2-9292-0DD684BA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076" y="838200"/>
            <a:ext cx="8761413" cy="706964"/>
          </a:xfrm>
        </p:spPr>
        <p:txBody>
          <a:bodyPr/>
          <a:lstStyle/>
          <a:p>
            <a:r>
              <a:rPr lang="en-IN" sz="4000" b="1" dirty="0">
                <a:latin typeface="Aptos" panose="020B0004020202020204" pitchFamily="34" charset="0"/>
              </a:rPr>
              <a:t>Task Dependency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920FE2-6BB0-9EB1-D888-702284FB9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2920" y="2138680"/>
            <a:ext cx="3055619" cy="481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6D1CC2-733D-2153-C0DE-27823C9C6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175" y="2298700"/>
            <a:ext cx="8761412" cy="76454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85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D5C7-28F9-C5A1-80D9-C4DDE3B7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Aptos" panose="020B0004020202020204" pitchFamily="34" charset="0"/>
              </a:rPr>
              <a:t>DFD (Data Flow Diagram)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A1BD612-A303-8302-E3AB-53D4FC028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40" y="2072640"/>
            <a:ext cx="4399280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94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B5B0-DDCE-0AD5-F22A-CBC225C2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Aptos" panose="020B0004020202020204" pitchFamily="34" charset="0"/>
              </a:rPr>
              <a:t>UML Diagram (Use Case Diagram)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267C9-516E-35E3-8932-1B67DB245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962" y="2603500"/>
            <a:ext cx="4198888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82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C58F6-4A44-42BC-1A15-643D256A3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159" y="1052326"/>
            <a:ext cx="8761413" cy="706964"/>
          </a:xfrm>
        </p:spPr>
        <p:txBody>
          <a:bodyPr/>
          <a:lstStyle/>
          <a:p>
            <a:r>
              <a:rPr lang="en-US" sz="4000" b="1" dirty="0">
                <a:latin typeface="Aptos" panose="020B0004020202020204" pitchFamily="34" charset="0"/>
              </a:rPr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AA85B-791E-9F7D-F2C7-18F833E52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Aptos" panose="020B0004020202020204" pitchFamily="34" charset="0"/>
              </a:rPr>
              <a:t>Workout Meter is a complete fitness management system</a:t>
            </a:r>
          </a:p>
          <a:p>
            <a:r>
              <a:rPr lang="en-US" sz="2000" dirty="0">
                <a:latin typeface="Aptos" panose="020B0004020202020204" pitchFamily="34" charset="0"/>
              </a:rPr>
              <a:t>Easy to use and efficient</a:t>
            </a:r>
          </a:p>
          <a:p>
            <a:r>
              <a:rPr lang="en-US" sz="2000" dirty="0">
                <a:latin typeface="Aptos" panose="020B0004020202020204" pitchFamily="34" charset="0"/>
              </a:rPr>
              <a:t>Built using MEAN stack for high performance</a:t>
            </a:r>
          </a:p>
          <a:p>
            <a:r>
              <a:rPr lang="en-US" sz="2000" dirty="0">
                <a:latin typeface="Aptos" panose="020B0004020202020204" pitchFamily="34" charset="0"/>
              </a:rPr>
              <a:t>Can be expanded with advanced features in the future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257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133</TotalTime>
  <Words>274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Aptos</vt:lpstr>
      <vt:lpstr>Arial</vt:lpstr>
      <vt:lpstr>Century Gothic</vt:lpstr>
      <vt:lpstr>Wingdings 3</vt:lpstr>
      <vt:lpstr>Ion Boardroom</vt:lpstr>
      <vt:lpstr>Project On “ Workout Meter”</vt:lpstr>
      <vt:lpstr>Index</vt:lpstr>
      <vt:lpstr>Introduction of Proposed System  </vt:lpstr>
      <vt:lpstr>Scope of Proposed System</vt:lpstr>
      <vt:lpstr>Objective of Proposed System </vt:lpstr>
      <vt:lpstr>Task Dependency Diagram</vt:lpstr>
      <vt:lpstr>DFD (Data Flow Diagram)</vt:lpstr>
      <vt:lpstr>UML Diagram (Use Case Diagram)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 Shaw</dc:creator>
  <cp:lastModifiedBy>Aish Shaw</cp:lastModifiedBy>
  <cp:revision>1</cp:revision>
  <dcterms:created xsi:type="dcterms:W3CDTF">2026-03-18T04:32:03Z</dcterms:created>
  <dcterms:modified xsi:type="dcterms:W3CDTF">2026-03-18T06:45:14Z</dcterms:modified>
</cp:coreProperties>
</file>